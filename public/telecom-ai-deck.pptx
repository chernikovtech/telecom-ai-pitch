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0" cy="5029200"/>
          </a:xfrm>
          <a:prstGeom prst="ellipse">
            <a:avLst/>
          </a:prstGeom>
          <a:solidFill>
            <a:srgbClr val="FF1A1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×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FROM CONNECTIVITY</a:t>
            </a:r>
            <a:endParaRPr lang="en-US" sz="5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TO AI DISTRIBUTION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that build their own AI inference infrastructure will own the next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trillion-dollar distribution layer. Those that don't will rent it — at someone else's margin.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$700B+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INFRA CAPEX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60–70%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AS REAL-TIME INFERENCE BY 2030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6480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REVENUE GROWTH '10–'23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869680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6968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ANNUAL RADIO CAPEX GLOBALLY</a:t>
            </a:r>
            <a:endParaRPr lang="en-US" sz="800" dirty="0"/>
          </a:p>
        </p:txBody>
      </p:sp>
      <p:pic>
        <p:nvPicPr>
          <p:cNvPr id="14" name="Image 0" descr="/home/claude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615" y="640080"/>
            <a:ext cx="22860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Problem — connectivity is commoditized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993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Shift — AI as the new utility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323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Strategic Fork — reseller vs. infrastructure owner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8712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Analogy — build the towers, don't rent them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10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Our Solution — Yango Tech 3-layer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Cases — deep dive with metrics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187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Operators — who is already doing this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6268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B2B Offering — enterprise AI products &amp; pricing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065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506577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B2C Platform — be the AI app store, not the builder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5504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Economics — flywheel &amp; unit economics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Research — evidence from McKinsey, BCG, NVIDIA, GSMA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CONNECTIVITY IS</a:t>
            </a:r>
            <a:endParaRPr lang="en-US" sz="4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COMMODITIZED. MARGINS</a:t>
            </a:r>
            <a:endParaRPr lang="en-US" sz="4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ARE COLLAPSING.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mobile data traffic grew 60% per year from 2010 to 2023.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revenues grew just 1% in the same period.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Voice and data are utilities — undifferentiated, margin-thin.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TRAFFIC GROWTH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1463040"/>
            <a:ext cx="4114800" cy="1645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463040"/>
            <a:ext cx="3497580" cy="16459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0" y="1188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2651760"/>
            <a:ext cx="4114800" cy="1645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651760"/>
            <a:ext cx="164592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0" y="2377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EBIT FROM 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3840480"/>
            <a:ext cx="4114800" cy="1645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3840480"/>
            <a:ext cx="205740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&lt;5%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PILOTS AT SCALE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5029200"/>
            <a:ext cx="4114800" cy="1645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5029200"/>
            <a:ext cx="288036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7%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IS BECOMING THE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NEW UTILITY LAYER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Just as electricity required power plants and the internet required data centers,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requires inference infrastructure. Consumed via tokens and APIs — as a utility.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52044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own the pipe to every business and consumer. That's distribution no hyperscaler can replicate locally.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657600"/>
            <a:ext cx="352044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BILLING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Existing billing relationships mean AI can be bundled, metered, and charged through the same channel customers trust.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3657600"/>
            <a:ext cx="352044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SOVEREIGNTY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Governments want AI processed locally. Telecoms are the natural partners for sovereign cloud and local inference.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CRITICAL FORK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RESELLER OR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INFRASTRUCTURE OWNER?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212080" cy="374904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LOW MARGIN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OPTION A: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THIN AI RESELLER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Resell AI from external providers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infrastructure ownership or control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Commodity margins — MVNO economics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Zero switching cost for customers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data sovereignty advantage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WINNING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OPTION B: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INFRA OWNER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42062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Build or co-own AI inference data centers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Run models locally — control latency +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Sell AI tokens directly to enterprises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Higher margins, recurring revenue, platform lock-in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Full data sovereignty + regulatory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ANALOGY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THE TOWERS.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DON'T RENT THEM.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learned this with cell towers. Those who owned infrastructure controlled margins.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Those who leased became MVNOs. The same fork is playing out with AI compute.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10972800" cy="29260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TELECOM MODEL</a:t>
                      </a:r>
                      <a:endParaRPr lang="en-US" sz="10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AI EQUIVALENT</a:t>
                      </a:r>
                      <a:endParaRPr lang="en-US" sz="10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Renting towers from towercos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Reselling external AI APIs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Owning network infrastructure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Owning AI inference data centers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Low-margin MVNO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Thin AI reseller — no moat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Full network operator (MNO)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AI infrastructure + platform owner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Selling minutes and data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Selling AI tokens and inference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097280"/>
            <a:ext cx="9966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"A hundred billion dollars of the world's capital investments each year is in radio networks.</a:t>
            </a:r>
            <a:endParaRPr lang="en-US" sz="3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 the future, that's going to be accelerated computing infused with AI."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4389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JENSEN HUANG, CEO NVIDIA — GTC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OUR ROLE — YANGO 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END-TO-END PARTNER FOR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 AI TRANSFORMATION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5176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A —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Use Cases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Call center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8932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assistants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SMB AI 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73836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GovTech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61288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61288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Healthcare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487400" y="30175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Logistics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23360"/>
            <a:ext cx="64008" cy="1188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B — INFRASTRUCTURE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Inference Supply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14800" y="43891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External inference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43891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Own data center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43891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GPU-as-a-Service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738360" y="43891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Edge compute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39496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394960"/>
            <a:ext cx="64008" cy="1188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C —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" y="5806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Platform Layer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114800" y="57607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5760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marketplace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57607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5760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Usage billing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63840" y="57607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5760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Workload orchestration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738360" y="5760720"/>
            <a:ext cx="178308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9738360" y="5760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 ecosystem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WHERE INFERENCE GETS CONSUMED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REVENUE-GENERATING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USE CASES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 CENTER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Replace 70%+ inbound queries with AI. Voice + chat in 30+ local languages. 62% handle time reduction.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ENTERPRISE AI ASSISTANT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White-label AI for enterprises. Doc analysis, code gen, data queries. $8–$25/user/month. 82% margin.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SMB AI PRODUCTIVITY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Bookkeeping, marketing copy, support bots bundled with connectivity plans. +15–30% ARPU.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GOVERNMENT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Sovereign AI: doc processing, citizen services, compliance. On-premise. 14+ ministries per market.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61772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HEALTHCARE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Diagnostic support, scheduling, medical records. Deployed via telecom health partnerships.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61772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2104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LOGISTICS &amp; FLEET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Route optimization, demand forecasting, fleet management via enterprise sales channel.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DEEP DIVE —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 CENTER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enterprise customers replace or augment their call centers with AI agents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that handle voice and chat in 30+ languages. They pay you monthly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keep 60%+ margin. Every call that doesn't reach a human is pure profit.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70%+ query deflection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resolves most inbound queries without human intervention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62% reduction in handle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Faster resolution = lower cost per interaction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21208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12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Billed through existing B2B invoicing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Add a line item to the enterprise contract — no new payment 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85216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852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White-label for your brand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logo, your domain, your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CONTACT CENTER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2,847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ACTIVE CONVERSATIONS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73%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84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RESOLVED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05256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4.6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5256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CSAT SCORE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24128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$0.12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COST / INTERACTION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675120" y="4480560"/>
            <a:ext cx="457200" cy="1097280"/>
          </a:xfrm>
          <a:prstGeom prst="rect">
            <a:avLst/>
          </a:prstGeom>
          <a:solidFill>
            <a:srgbClr val="FF1A1A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4823460"/>
            <a:ext cx="457200" cy="754380"/>
          </a:xfrm>
          <a:prstGeom prst="rect">
            <a:avLst/>
          </a:prstGeom>
          <a:solidFill>
            <a:srgbClr val="FF1A1A">
              <a:alpha val="7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5097780"/>
            <a:ext cx="457200" cy="480060"/>
          </a:xfrm>
          <a:prstGeom prst="rect">
            <a:avLst/>
          </a:prstGeom>
          <a:solidFill>
            <a:srgbClr val="FF1A1A">
              <a:alpha val="6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95360" y="4343400"/>
            <a:ext cx="457200" cy="1234440"/>
          </a:xfrm>
          <a:prstGeom prst="rect">
            <a:avLst/>
          </a:prstGeom>
          <a:solidFill>
            <a:srgbClr val="FF1A1A">
              <a:alpha val="5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35440" y="4686300"/>
            <a:ext cx="457200" cy="891540"/>
          </a:xfrm>
          <a:prstGeom prst="rect">
            <a:avLst/>
          </a:prstGeom>
          <a:solidFill>
            <a:srgbClr val="FF1A1A">
              <a:alpha val="4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875520" y="4960620"/>
            <a:ext cx="457200" cy="617220"/>
          </a:xfrm>
          <a:prstGeom prst="rect">
            <a:avLst/>
          </a:prstGeom>
          <a:solidFill>
            <a:srgbClr val="FF1A1A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0" y="4617720"/>
            <a:ext cx="457200" cy="960120"/>
          </a:xfrm>
          <a:prstGeom prst="rect">
            <a:avLst/>
          </a:prstGeom>
          <a:solidFill>
            <a:srgbClr val="FF1A1A">
              <a:alpha val="3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669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VOICE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863840" y="5669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WHATSAPP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052560" y="5669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CHAT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241280" y="5669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SMS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DEEP DIVE —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ENTERPRISE AI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ASSISTANT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White-label AI assistant with full data isolation per customer. Connects to their ERP,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CRM, and document stores. Each enterprise pays per user per month. 85% gross margin for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Full data isolation per tenant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Each enterprise's data stays separated — meets compliance and sovereignty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Branded for your telecom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logo, your colors, your domain — customers see your brand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$8–$25 per user per 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Basic (docs), Pro (integrations), Enterprise (custom models)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77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85% gross 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cost is your only variable — and you own the GPUs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ENTERPRISE AI ASSISTANT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200400"/>
            <a:ext cx="3017520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Summarize Q4 sales and flag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regions underperforming by 15%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023360"/>
            <a:ext cx="41148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114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3 regions underperformed: Northern at -23%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(delayed renewals), Western at -18%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(competitor pricing), Coastal at -16%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(supply chain). Rest outperformed.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Shall I draft the executive summary?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5394960"/>
            <a:ext cx="2560320" cy="4114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Yes, and compare it to Q3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DEEP DIVE —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GPU-AS-A-SERVICE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Sell raw compute and inference capacity to enterprises, startups, and government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agencies. You own the GPUs (or co-invest with us), they rent tokens.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This is the core infrastructure play — the AI equivalent of owning cell towers.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Own the inference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Every AI token consumed in your market generates revenue for you — not a hyperscaler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80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Local latency advantage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inside the country = lower latency than routing through US/EU data centers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120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Sovereign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never leaves the country — critical for government and financial 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64008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60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$2.40/GPU-hour, 60% 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989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At owned-infrastructure scale, margins improve to 60%+ as utilization grows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 CLOUD CONSOLE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22C55E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ALL SYSTEMS OPERATIONAL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94.2%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 UTILIZATION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12.4M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2104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TOKENS / HOUR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6696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$847K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96696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MRR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751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 MINISTRY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03920" y="4251960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251960"/>
            <a:ext cx="1645920" cy="146304"/>
          </a:xfrm>
          <a:prstGeom prst="rect">
            <a:avLst/>
          </a:prstGeom>
          <a:solidFill>
            <a:srgbClr val="FF1A1A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0" y="4206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72%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BANK CORP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0" y="4754880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754880"/>
            <a:ext cx="1325880" cy="146304"/>
          </a:xfrm>
          <a:prstGeom prst="rect">
            <a:avLst/>
          </a:prstGeom>
          <a:solidFill>
            <a:srgbClr val="FF1A1A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0" y="4709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58%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LOGISTICS CO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03920" y="5257800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5257800"/>
            <a:ext cx="1028700" cy="146304"/>
          </a:xfrm>
          <a:prstGeom prst="rect">
            <a:avLst/>
          </a:prstGeom>
          <a:solidFill>
            <a:srgbClr val="FF1A1A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0" y="5212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45%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INSURANCE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503920" y="5760720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5760720"/>
            <a:ext cx="868680" cy="146304"/>
          </a:xfrm>
          <a:prstGeom prst="rect">
            <a:avLst/>
          </a:prstGeom>
          <a:solidFill>
            <a:srgbClr val="FF1A1A">
              <a:alpha val="4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0" y="5715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38%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B2B PRICING &amp; MARGINS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YOUR MARGIN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STRUCTURE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566160" cy="3931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ASSISTANT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BASIC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USER / MONTH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Document analysis &amp; summarization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681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Email drafting &amp; templates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Basic data querying (CSV/Excel)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5266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5,000 AI tokens per user per 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~75% GROSS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560320"/>
            <a:ext cx="3566160" cy="3931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560320"/>
            <a:ext cx="3566160" cy="5486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ASSISTANT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USER / MONTH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9160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Everything in Basic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681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CRM and ERP integrations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Meeting summarization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5266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Custom knowledge bases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5559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25,000 tokens per user per day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~82% GROSS MARGIN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2560320"/>
            <a:ext cx="3566160" cy="3931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GPU-AS-A-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SERVICE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$2.40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4582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GPU-HOUR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NVIDIA A100/H100 equivalent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58200" y="4681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API access for custom inference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Fine-tuning capability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58200" y="5266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99.9% SLA uptime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58200" y="5559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Data sovereignty guaranteed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5820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~60% GROSS MARGIN (OWNED)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OPERATORS LEADING THE AI TRANSITION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TELECOMS ALREADY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DOING THIS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SAFARICOM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Kenya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$500M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2926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infrastructure investment over 3 years. 22.5MW data center with iXAfrica. Zuri AI chatbot serving 30M+ M-Pesa users. Idea-to-Cash NLP with Huawei. 5,000 employees trained in AI.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INDOSAT OOREDOO HUTCHISON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270M pop.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42976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CEO Vikram Sinha: '70% people, 20% process, 10% tech.' Partnered with McKinsey on agentic AI. Telkomsel partnered with Perplexity AI search. $9.4B DC market by 2030.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40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MTN × MICROSOFT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5440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Pan-Africa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715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300M+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0" y="56692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Partnership to democratize AI access across 16 African markets. 300M+ subscriber base as AI distribution channel. Bayobab targeting 135,000 km fibre backbone.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OPERATORS LEADING THE AI TRANSITION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MORE EXAMPLES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ACROSS MARKETS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× T-MOBILE × NOKIA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/ USA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2926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NVIDIA, Cisco, T-Mobile, Cerberus building AI-native 6G radio networks. Aerial RAN computer. Jensen Huang: next-gen wireless will be 'accelerated computing infused with AI.'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OOREDOO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MENA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GPT-4o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42976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Launched 'Obot' — GPT-4o powered chatbot handling customer interactions across multiple Middle East markets. Demonstrates embedding foundation models into existing telecom touchpoints.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9728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40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E&amp; (ETISALAT)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5440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715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0" y="56692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AI-powered drones for tower inspection. Part of broader Gulf push: $100B+ committed across UAE and Saudi for AI and data center infrastructure. center3 targeting 1GW capacity.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6675120" cy="6858000"/>
          </a:xfrm>
          <a:prstGeom prst="ellipse">
            <a:avLst/>
          </a:prstGeom>
          <a:solidFill>
            <a:srgbClr val="FF1A1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B2C PLATFORM</a:t>
            </a:r>
            <a:endParaRPr lang="en-US" sz="6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STRATEGY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BE THE AI APP STORE.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NOT THE APP BUILDER.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TELECOMS ARE NOT PRODUCT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COMPANIES. STOP BUILDING APPS.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APP STORES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GOOGLE PLAY &amp; APPLE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Vodafone, Orange, others launched carrier app stores. All dead. Developers chose the platform with the largest reach.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52044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MUSIC / VIDEO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SPOTIFY &amp; YOUTUBE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media services couldn't match content investment or UX iteration speed of pure-play platforms.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743200"/>
            <a:ext cx="352044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MESSAGING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WHATSAPP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RCS arrived 10 years too late. WhatsApp won by shipping fast, iterating daily, and not needing committee approval.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BUT M-PESA WON.</a:t>
            </a:r>
            <a:endParaRPr lang="en-US" sz="5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WHY?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828800" y="29260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Because Safaricom didn't try to build every financial product.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It built the platform — the rails, the agent network, the billing layer —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and let 100,000+ developers build on top via Daraja API.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60,000+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INTEGRATIONS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$500B+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ANNUAL TRANSACTION VOLUME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OF SERVICE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100K+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0" y="4937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55778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The playbook is clear: build the infrastructure, provide the distribution, take the platform fee.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Now apply it to AI.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PLATFORM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YOU PROVIDE THE RAILS.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DEVELOPERS BUILD THE SERVICES.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telecom provides three things no startup can replicate: carrier billing (including mobile money),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distribution to 100M+ SIM cards, and local AI inference. Developers plug in and you take 20–30%.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9728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56616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BUILD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tutors · Health triage · Bookkeeping · Legal · Agri-advisory · Translation · Job matching · Insurance bots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09728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617720"/>
            <a:ext cx="64008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PROVIDE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billing · Mobile money · SIM distribution · USSD/STK gateway · AI token metering · Developer portal · Revenue share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109728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669280"/>
            <a:ext cx="64008" cy="8686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OWN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Local inference GPUs · Edge compute · Data sovereignty · Network backbone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APPS OR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THE PLATFORM?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212080" cy="374904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LOSING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TELCO BUILDS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CONSUMER AI APPS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Requires product teams, UX, ML engineers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Slow iteration — 6-month release cycles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Must understand every vertical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Linear revenue — scales with headcount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Competes with thousands of startups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History: lost to WhatsApp, Spotify, Play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WINNING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TELCO RUNS THE AI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DISTRIBUTION PLATFORM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41148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Provides billing, distribution, inference APIs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iterate daily on your platform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Ecosystem covers every vertical automatically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Network effects — more devs → more users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20–30% take rate on every transaction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History: M-Pesa, App Store, Shopify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DEVELOPER PORTAL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&amp;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register, get API keys, and start building AI mini-apps in hours. They access your local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inference, billing API, and distribution channels — all through a single SDK.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One SDK for everything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221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Inference, billing, user auth via MSISDN, USSD gateway, push — one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51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Automatic revenue sharing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07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 gets 70%, telecom keeps 30% — settled daily to mobile money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Local inference models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937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don't need GPU budget — your infrastructure provides compute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623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Distribution built 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879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Featured placement in mini-app store, push to millions of subscribers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3840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developers.telecom.co/dashboard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Initialize AI inference via telecom API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ai = new TelecomAI({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 'sk_live_...',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'llama-3-70b-local',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billing: 'carrier'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ai.chat({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'msisdn:+254...',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prompt,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lang: 'sw'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CONSUMER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MINI-APP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MARKETPLACE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Inside your telecom app, consumers discover AI mini-apps built by third-party developers.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app download, no credit card — pay with airtime, mobile money, or bundled AI tokens.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Mwalimu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EduKenya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Education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43400" y="36576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9319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Daktari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HealthBridge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924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39319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DukaBooks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FinLab Africa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256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Finance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Shamba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5532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AgriTech 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Agriculture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43400" y="50292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53035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TafsiriAI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5532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LangTech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9240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Translation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046720" y="5029200"/>
            <a:ext cx="35204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5303520"/>
            <a:ext cx="548640" cy="54864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Kazi Match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5532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JobsNG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Employment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NETWORK EFFECTS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PLATFORM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FLYWHEEL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launches AI developer platform with local inference + carrier billing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3429000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build AI mini-apps for local markets (tutors, health, agri, finance)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4206240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Consumers discover + pay via airtime, mobile money, or bundled AI tokens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80160" y="4983480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More users attract more developers. More developers attract more users.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760720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All inference through your GPUs. All billing through your ledger. 20–30% take rate.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UNIT ECONOMICS —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10M ACTIVE AI USERS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3832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20–30%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TAKE RATE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97680" y="2560320"/>
            <a:ext cx="33832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PRODUCT DEV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55280" y="2560320"/>
            <a:ext cx="33832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REVENUE COMPOUNDING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Monthly active AI users (10% of subscribers)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10M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416552"/>
            <a:ext cx="10424160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Average spend per user per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$0.80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782312"/>
            <a:ext cx="10424160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Gross monthly transaction volume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$8.0M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148072"/>
            <a:ext cx="10424160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take (25%)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$2.0M / 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513832"/>
            <a:ext cx="10424160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margin (tokens through your GPUs)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$1.2M / month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897880"/>
            <a:ext cx="10424160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Combined monthly revenue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5897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$3.2M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EVIDENCE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KEY DATA POINTS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60–70%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workloads as real-time inference by 2030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$700B+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Hyperscaler AI capex budget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Fortune / NVIDIA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75–80%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Telco AI deployments = cost cuts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GSMA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Gulf + Africa AI/DC commitments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3544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DC Hub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1.5–2.2 GW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Africa DC capacity projected by 2030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806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4297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$9.4B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65760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 DC market by 2030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5806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Next Move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$150B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4652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venture investment 2025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5806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06840" y="429768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1M×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23544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Computing demand increase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35440" y="5806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Jensen Huang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 — STRATEGY HOUSES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RESEARCH BACKING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THESIS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Feb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Telcos' AI Inflection 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CxO survey of 49 operators globally. Revenue grew 1% while traffic grew 60%. Agentic AI as paradigm shift.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972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BCG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Feb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The AI-First Telecom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CEOs must move beyond cost-cutting pilots. 10-20-70 framework: 10% algorithms, 20% data, 70% org change.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Deloitte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Jun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Agentic AI Blueprint — $150B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Scale AI across network management, service delivery, customer care. Split inference for on-device privacy.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72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GSMA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Aug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AI Deployments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250 operators. 75-80% AI for cost cuts. GPU-as-a-Service and agentic AI as emerging revenue plays.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 — NVIDIA &amp; MARKET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INDUSTRY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INTELLIGENCE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Mar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$100B radio capex → AI-native. T-Mobile/Nokia partnership. Aerial RAN computer for 6G.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4688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6404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$1T revenue 2025-2027. Computing demand up 1M×. $150B AI venture investment. Telecom as key vertical.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Fortune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Feb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Hyperscalers budgeting $700B AI capex. Meta $135B, Google $185B. Who drives the next wave?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Computex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6404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May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'AI is infrastructure. AI data centers are factories that produce tokens.' Trillions in infrastructure opportunity.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DC Hub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Jan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$100B+ committed in Gulf + Africa AI/DC. Telecom-led platforms gaining structural advantage.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2120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Next Move / ITA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6404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5623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 telecom: $13.4B. DC market: $9.4B by 2030 at 19.6% CAGR. 270M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6675120" cy="5943600"/>
          </a:xfrm>
          <a:prstGeom prst="ellipse">
            <a:avLst/>
          </a:prstGeom>
          <a:solidFill>
            <a:srgbClr val="FF1A1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48640"/>
            <a:ext cx="9966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TELECOMS WILL EITHER</a:t>
            </a:r>
            <a:endParaRPr lang="en-US" sz="3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BECOME AI DISTRIBUTORS —</a:t>
            </a:r>
            <a:endParaRPr lang="en-US" sz="3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OR BE DISINTERMEDIATED</a:t>
            </a:r>
            <a:endParaRPr lang="en-US" sz="3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BY THOSE WHO DO.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3931920"/>
            <a:ext cx="576072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4114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LAUNCH YOUR AI OFFERING IN 90 DAYS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4663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Pilot — Deploy one use case in your market, prove the economics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5166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Strategy — Market assessment, use case prioritization, infrastructure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5669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Partnership — Full-stack: use cases, platform, and infrastructure — co-built for your market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28600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LET'S TALK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Evgeny Chernikov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COO, Yango Tech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eechernikov@yango.com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tech.yango.com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× AI — From Connectivity to AI Distribution</dc:title>
  <dc:subject>PptxGenJS Presentation</dc:subject>
  <dc:creator>Evgeny Chernikov</dc:creator>
  <cp:lastModifiedBy>Evgeny Chernikov</cp:lastModifiedBy>
  <cp:revision>1</cp:revision>
  <dcterms:created xsi:type="dcterms:W3CDTF">2026-03-21T04:59:58Z</dcterms:created>
  <dcterms:modified xsi:type="dcterms:W3CDTF">2026-03-21T04:59:58Z</dcterms:modified>
</cp:coreProperties>
</file>